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Drug Management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BDEFB"/>
                </a:solidFill>
              </a:rPr>
              <a:t>Adobe Acrobat Sign — User Guide by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0CAF9"/>
                </a:solidFill>
              </a:rPr>
              <a:t>Version 1.0  |  March 18,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Adobe Acrobat Sign —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Electronic signatures in DMS are powered by Adobe Acrobat Sign.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Used for the final approval of drug management documents after the Approver reviews and accepts.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NOT a manual wet-ink signature — Adobe Sign is a legally compliant electronic signature.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Signature flow: Approver clicks 'Approve' → status moves to 'Pending Approval' → Adobe Sign is initiated.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After signing in Adobe Sign, the Approver clicks 'Final Approve' → document becomes 'Signed / Final'.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The signed PDF is automatically stored in the SharePoint Signed Documents library.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Why Adobe Sign?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Legally binding under eIDAS (EU), ESIGN Act (USA), and other global regulations.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Full audit trail with timestamp, IP address, and signer identity.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Integrated directly with the DMS SharePoint environment.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Adobe Sign — Author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16161"/>
                </a:solidFill>
              </a:rPr>
              <a:t>What does the Author experience?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The Author creates the document and submits it for review.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The Author does NOT directly initiate the Adobe Sign process.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After the Approver approves, the Author may receive an Adobe Sign notification email if the workflow is configured to require a countersignature.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If countersignature is required: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Open the Adobe Sign email and click 'Review and Sign'.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The document opens in Adobe Sign. Review, then click to place your signature.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Click 'Click to Sign' to finalise.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The document status updates to 'Signed' once all parties have signed.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If countersignature is NOT required: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The Author's involvement ends at submission. The Approver handles the signature.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The Author can track progress in 'My Documents' — the status badge updates automatically.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Adobe Sign — Approver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16161"/>
                </a:solidFill>
              </a:rPr>
              <a:t>What does the Approver experience?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The Approver is the primary signer in the DMS Adobe Sign flow.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Step-by-step experience: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1. Log in to SharePoint DMS.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2. Navigate to 'Assigned To Me' tab.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3. Open the document with status 'In Review'.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4. Review the document in the inline viewer. Add comments if needed.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5. Click 'Approve' — status changes to 'Pending Approval' and Adobe Sign is initiated.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6. Receive an Adobe Sign email with a direct link to the document.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7. Click the link — the Adobe Sign interface opens in your browser.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8. Review the document, then click the signature field. Type or draw your signature.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9. Click 'Click to Sign'. Return to DMS and click 'Final Approve'.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10. Document status updates to 'Signed / Final / Approved'.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Adobe Sign — Admin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16161"/>
                </a:solidFill>
              </a:rPr>
              <a:t>What does the Admin experience?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Admins do not typically participate in the signature flow.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Admin capabilities: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View the status of any document across all stages in 'All Documents'.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Monitor signature status — look for 'Pending for Signature' or 'Signed' in the Status column.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Access the Signed Documents library in SharePoint to find all finalized PDF documents.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Manage users and ensure Approvers are correctly assigned to the DMS Approvers group.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Where to find signed documents: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SharePoint Site → Signed Documents library (visible to Admin).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The signed PDF is automatically saved there once Adobe Sign confirms completion.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Document version is locked upon signing — no further edits are possible.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How to Sign — Step-by-Step (Approver)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16161"/>
                </a:solidFill>
              </a:rPr>
              <a:t>Screen flow from login to completed signature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2697480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1. Log in to SharePoint DMS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21488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011680"/>
            <a:ext cx="2697480" cy="8229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2. Open 'Assigned To Me'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1488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2011680"/>
            <a:ext cx="2697480" cy="8229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01168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3. Click Document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1488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011680"/>
            <a:ext cx="2697480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201168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4. Click 'Approve'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08960"/>
            <a:ext cx="2697480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10896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5. Adobe Sign 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3108960"/>
            <a:ext cx="2697480" cy="8229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310896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6. Review &amp; Sign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3108960"/>
            <a:ext cx="2697480" cy="8229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310896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7. Click to Sign 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0" y="3108960"/>
            <a:ext cx="2697480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310896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8. Click 'Final Approve'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616161"/>
                </a:solidFill>
              </a:rPr>
              <a:t>• Status Transitions during this flow: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424242"/>
                </a:solidFill>
              </a:rPr>
              <a:t>    • In Review → [Approve] → Pending Approval → [Adobe Sign] → Pending for Signature → [Final Approve] → Signed / Final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Signed Documents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16161"/>
                </a:solidFill>
              </a:rPr>
              <a:t>Where to find finalized signed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Once a document is signed via Adobe Acrobat Sign: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The signed PDF is automatically retrieved and saved to the SharePoint 'Signed Documents' library.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The DMS document status is updated to 'Signed' or 'Final'.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The version is locked — no further edits can be made.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How to access Signed Documents (Admin):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1. Navigate to the SharePoint site.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2. Open the 'Signed Documents' library from the site navigation or 'All Documents' → filter by 'Signed'.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3. Each signed PDF has metadata: Drug, Category, Approver, Signed Date.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616161"/>
                </a:solidFill>
              </a:rPr>
              <a:t>• Authors and Approvers: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Authors can see the 'Signed' status badge in 'My Documents'.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Approvers can see the 'Signed' status in documents they approved.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424242"/>
                </a:solidFill>
              </a:rPr>
              <a:t>    • Neither role can edit or delete the signed version.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Summary — Adobe Sign in DMS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16161"/>
                </a:solidFill>
              </a:rPr>
              <a:t>Key takeaways for all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Adobe Acrobat Sign is the eSignature engine.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Approver clicks 'Approve' to initiate — status: Pending Approval.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Adobe Sign sends an email with a signing link.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Approver signs, then clicks 'Final Approve' in DMS.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Legally compliant signature with full audit trail.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No additional software needed — works via email link.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Author may countersign depending on configuration.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Admin monitors status and accesses the Signed Documents library.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Document Status Flow: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Draft → In Review → Pending Approval → Pending for Signature → Signed / Final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Who signs: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Approver (always) + Author (if countersignature configured).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Where signed docs are stored: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16161"/>
                </a:solidFill>
              </a:rPr>
              <a:t>• SharePoint 'Signed Documents' library — PDF, version-locked.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