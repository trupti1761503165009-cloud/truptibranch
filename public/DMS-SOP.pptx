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SharePoint-Based Document Lifecycle &amp; Electronic Signature 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SOP-DMS-001  |  Version 1.0  |  March 2026  |  Treta Infotech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System Overview &amp; Purpose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SharePoint List Setup &amp; Choice Column Configuration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Screen-by-Screen Walkthrough (Add, Edit, View, CTD)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Approve / Reject Workflow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User Group Roles &amp; Permissions (Admin, HR, User)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Power Automate Flow 1 — Adobe Sign Implementation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Power Automate Flow 2 — Adobe Auto Save Signed Document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Troubleshooting &amp; FAQ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System Overview &amp; Purpose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Drug Management System?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SharePoint SPFx web application for managing pharmaceutical regulatory documents through their full lifecycle.
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source of truth for regulatory &amp; clinical documents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review-and-approval workflow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Adobe Sign integration for electronic signatures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via SharePoint Groups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eCTD-aligned CTD folder hierarchy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988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SPFx v1.20, React 17, Fluent 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PnPjs (SharePoint REST API)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Power Automate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eSignature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 Sign (Acrobat Sign)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Mgmt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Jotai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Document Lifecycle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920240" cy="822960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2240280"/>
            <a:ext cx="365760" cy="365760"/>
          </a:xfrm>
          <a:prstGeom prst="rightArrow">
            <a:avLst/>
          </a:prstGeom>
          <a:solidFill>
            <a:srgbClr val="1E88E5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0" y="2011680"/>
            <a:ext cx="1920240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365760" cy="365760"/>
          </a:xfrm>
          <a:prstGeom prst="rightArrow">
            <a:avLst/>
          </a:prstGeom>
          <a:solidFill>
            <a:srgbClr val="1E88E5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2011680"/>
            <a:ext cx="192024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2240280"/>
            <a:ext cx="365760" cy="365760"/>
          </a:xfrm>
          <a:prstGeom prst="rightArrow">
            <a:avLst/>
          </a:prstGeom>
          <a:solidFill>
            <a:srgbClr val="1E88E5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2011680"/>
            <a:ext cx="192024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2240280"/>
            <a:ext cx="365760" cy="365760"/>
          </a:xfrm>
          <a:prstGeom prst="rightArrow">
            <a:avLst/>
          </a:prstGeom>
          <a:solidFill>
            <a:srgbClr val="1E88E5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2011680"/>
            <a:ext cx="1920240" cy="8229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0" y="2011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Under Review → Pending Approval → Approved → Signed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documents return to Draft for revision.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SharePoint List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4864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Lists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Documents — document metadata
• eSignature — queues docs for Adobe Sign
• Categories — master category list
• Drugs — compound master data
• Templates — reusable document templates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914400"/>
            <a:ext cx="54864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Choice Columns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Settings gear → Site Contents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target list → List Settings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the column (e.g. "Category")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Add/remove values in the text area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Click OK — changes are immediate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Document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"+ Add Document" in the toolbar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Fill required fields: Title, Category, Drug, Phase, Version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Upload the file (.docx / .pdf / .xlsx)
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Save — success toast confirms upload
</a:t>
            </a:r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 and HR group members can add documents.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Edit &amp; View Document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Document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the pencil icon in the Actions column
• Edit panel opens with current values pre-filled
• Replace file if needed; increment version manually
• Save to commit changes
</a:t>
            </a:r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Document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the eye icon on any document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Read-only metadata panel opens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"Open Document" to open or download the file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CTD Folder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1.1, 1.2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2.4, 2.5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3.2.A, 3.2.P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Nonclinical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4.2.1, 4.2.2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5.3.1, 5.3.5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CTD tree (left panel) to filter documents by module and section.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Approve / Reject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9144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Approval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or Reject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eSignature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comments, Revise, Resubmit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49040"/>
            <a:ext cx="112745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 → Review content → Click Approve → Add optional comment → Confirm.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document → Click Reject → Enter mandatory reason → Confirm.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User Group Roles &amp; Permissions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7159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SharePoint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DMS-Admin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Add/edit/delete all docs, manage lists, trigger flows, manage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DMS-HR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Add/edit own docs, submit for review, view all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DMS-User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Browse, search, view and download approved documents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a user: Site Settings → Site Permissions → [Group] → New → Add Users → enter email → Share.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Flow 1 — Adobe Sign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 created in the eSignature SharePoint list
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Trigger — item created in eSignature list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Get file content using path from SharePoint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agreement &amp; send for signature (Adobe Sign)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Participant 1: APPROVER (reviews document)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Participant 2: SIGNER (applies e-signature)
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→ Connections → + New → Adobe Acrobat Sign → Sign in.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82296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Flow 1 — Agreement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(from eSignature list item)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filename from list 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 1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APPROVER (Order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 2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SIGNER (Order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 Email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surbhi.godhan@tretainfotech.com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Flow 2 — Adobe Auto Save Signed Document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state of an Adobe Sign agreement changes
</a:t>
            </a:r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Trigger — agreement state change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Compose — extract agreement.id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Initialize variable — store AgreementStatus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Condition — if AgreementStatus = "SIGNED"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(If Yes) Get PDF of signed agreement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(If Yes) Create file in SharePoint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Folder: /Shared Documents/Signed Document
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Name: Signed_[agreement.name]_[utcNow()].pdf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82296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Flow 2 — SharePoint File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https://treta.sharepoint.com/sites/ReddApps/KrunalData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/Shared Documents/Signed 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Signed_[agreement.name]_[utcNow()].pdf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(PDF binary from Get Signed Document)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Prerequisite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"Signed Document" folder must exist in Shared 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40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Troubleshooting &amp; FAQ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Management System — SOP-DMS-001 | Version 1.0 | March 2026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"Add Document" button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user to DMS-HR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stuck on Pending Approval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Approver or Admin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Adobe Sign email not 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Participant email in Flow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PDF not saved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"Signed Document" folder in Shared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— Unauthorized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Re-authenticate Adobe Sign connection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 missing from dropdown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adds value via List Settings →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queries, contact your SharePoint Administrator or Power Platform support team.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SOP-DMS-001 | Drug Management System | Treta Infotech |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2026-03-18T06:04:22Z</dcterms:created>
  <dcterms:modified xsi:type="dcterms:W3CDTF">2026-03-18T06:04:22Z</dcterms:modified>
</cp:coreProperties>
</file>